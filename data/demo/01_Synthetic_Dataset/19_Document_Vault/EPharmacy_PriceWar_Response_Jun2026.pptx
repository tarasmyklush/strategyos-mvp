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MIZAN.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Mizan E-Pharmacy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2E6"/>
                </a:solidFill>
              </a:rPr>
              <a:t>Price-War Response — Decision Pack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A"/>
                </a:solidFill>
              </a:rPr>
              <a:t>Executive Committee · 17 June 2026 · Strictly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Situation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Funded entrant (Series C ~$180M) launched free same-day delivery in Riyadh + Jeddah (29-May brief).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Category CAC +30% month-on-month; #1 player matched free delivery on baskets &gt;SAR 99.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Our H1: revenue SAR 304M (+14M vs budget) but margin 5.9% vs 6.5% budget — delivery +2.9M, CAC +1.3M above plan.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Full matching would cost an estimated SAR 15-25M of 2026 contribution (SIG-2026-07).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Options considered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155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9260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2026 contribution impact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Strategic read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A. Match fully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-SAR 18-25M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Funds their game; no moat gained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B. Ignore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-SAR 8-12M share loss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Cedes OTC traffic; Rx base defended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C. Selective match + bundle moat (RECOMMENDED)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-SAR 6-8M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Free delivery only on OTC &gt;SAR 99; defend Rx premium via cold-chain + pharmacist consult bundle; accelerate click-and-collect via 264 stores</a:t>
                      </a:r>
                      <a:endParaRPr lang="en-US" sz="125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Decision requested: approve Option C; review at 90 days with share + CAC triggers.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Leading indicators on Monday Brief: entrant licence scope, delivery-fee moves, app-download share.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2026-07-27T10:52:43Z</dcterms:created>
  <dcterms:modified xsi:type="dcterms:W3CDTF">2026-07-27T10:52:43Z</dcterms:modified>
</cp:coreProperties>
</file>